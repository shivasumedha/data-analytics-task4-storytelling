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EFF8-F51A-E63E-7F38-7C7D5D574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529" y="1425678"/>
            <a:ext cx="8722084" cy="1582994"/>
          </a:xfrm>
        </p:spPr>
        <p:txBody>
          <a:bodyPr/>
          <a:lstStyle/>
          <a:p>
            <a:r>
              <a:rPr lang="en-IN" dirty="0"/>
              <a:t>Data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19195-F15A-96C8-30BD-B1A3CCA7C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32618" y="3293807"/>
            <a:ext cx="9104670" cy="727588"/>
          </a:xfrm>
        </p:spPr>
        <p:txBody>
          <a:bodyPr>
            <a:noAutofit/>
          </a:bodyPr>
          <a:lstStyle/>
          <a:p>
            <a:pPr algn="ctr"/>
            <a:r>
              <a:rPr lang="en-IN" sz="3200" cap="none" dirty="0">
                <a:solidFill>
                  <a:schemeClr val="bg1"/>
                </a:solidFill>
              </a:rPr>
              <a:t>Sales Insights Using Power BI</a:t>
            </a:r>
          </a:p>
          <a:p>
            <a:pPr algn="ctr"/>
            <a:endParaRPr lang="en-IN" sz="3200" cap="none" dirty="0">
              <a:solidFill>
                <a:schemeClr val="bg1"/>
              </a:solidFill>
            </a:endParaRPr>
          </a:p>
          <a:p>
            <a:r>
              <a:rPr lang="en-IN" sz="2000" cap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Shiva  Sumedha</a:t>
            </a:r>
          </a:p>
        </p:txBody>
      </p:sp>
    </p:spTree>
    <p:extLst>
      <p:ext uri="{BB962C8B-B14F-4D97-AF65-F5344CB8AC3E}">
        <p14:creationId xmlns:p14="http://schemas.microsoft.com/office/powerpoint/2010/main" val="248692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149E-EE54-FE1F-72A3-5739ECEE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9DB0-AD6D-6F4C-7500-A5CCB6EDE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The dataset contains sales data of a retail business</a:t>
            </a:r>
          </a:p>
          <a:p>
            <a:pPr marL="0" indent="0">
              <a:buNone/>
            </a:pPr>
            <a:r>
              <a:rPr lang="en-US" dirty="0"/>
              <a:t>• Key attributes include:</a:t>
            </a:r>
          </a:p>
          <a:p>
            <a:pPr marL="0" indent="0">
              <a:buNone/>
            </a:pPr>
            <a:r>
              <a:rPr lang="en-US" dirty="0"/>
              <a:t>       - Category</a:t>
            </a:r>
          </a:p>
          <a:p>
            <a:pPr marL="0" indent="0">
              <a:buNone/>
            </a:pPr>
            <a:r>
              <a:rPr lang="en-US" dirty="0"/>
              <a:t>       - Region</a:t>
            </a:r>
          </a:p>
          <a:p>
            <a:pPr marL="0" indent="0">
              <a:buNone/>
            </a:pPr>
            <a:r>
              <a:rPr lang="en-US" dirty="0"/>
              <a:t>       - Order Date</a:t>
            </a:r>
          </a:p>
          <a:p>
            <a:pPr marL="0" indent="0">
              <a:buNone/>
            </a:pPr>
            <a:r>
              <a:rPr lang="en-US" dirty="0"/>
              <a:t>       - Sales</a:t>
            </a:r>
          </a:p>
          <a:p>
            <a:pPr marL="0" indent="0">
              <a:buNone/>
            </a:pPr>
            <a:r>
              <a:rPr lang="en-US" dirty="0"/>
              <a:t>• Data was cleaned and prepared for analysis</a:t>
            </a:r>
          </a:p>
          <a:p>
            <a:pPr marL="0" indent="0">
              <a:buNone/>
            </a:pPr>
            <a:r>
              <a:rPr lang="en-US" dirty="0"/>
              <a:t>• This dataset is used to analyze sales trends and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84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ADBE-853B-16BE-106A-9759F3AF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7B396-5F3F-7B4A-19AA-3311C52A9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500"/>
            <a:ext cx="5230761" cy="3416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The dashboard provides a visual representation of sales data</a:t>
            </a:r>
          </a:p>
          <a:p>
            <a:pPr marL="0" indent="0">
              <a:buNone/>
            </a:pPr>
            <a:r>
              <a:rPr lang="en-US" dirty="0"/>
              <a:t>• It includes:</a:t>
            </a:r>
          </a:p>
          <a:p>
            <a:pPr marL="0" indent="0">
              <a:buNone/>
            </a:pPr>
            <a:r>
              <a:rPr lang="en-US" dirty="0"/>
              <a:t>       - Total Sales KPI</a:t>
            </a:r>
          </a:p>
          <a:p>
            <a:pPr marL="0" indent="0">
              <a:buNone/>
            </a:pPr>
            <a:r>
              <a:rPr lang="en-US" dirty="0"/>
              <a:t>       - Sales by Category</a:t>
            </a:r>
          </a:p>
          <a:p>
            <a:pPr marL="0" indent="0">
              <a:buNone/>
            </a:pPr>
            <a:r>
              <a:rPr lang="en-US" dirty="0"/>
              <a:t>       - Sales by Region</a:t>
            </a:r>
          </a:p>
          <a:p>
            <a:pPr marL="0" indent="0">
              <a:buNone/>
            </a:pPr>
            <a:r>
              <a:rPr lang="en-US" dirty="0"/>
              <a:t>       - Sales Trend over Years</a:t>
            </a:r>
          </a:p>
          <a:p>
            <a:pPr marL="0" indent="0">
              <a:buNone/>
            </a:pPr>
            <a:r>
              <a:rPr lang="en-US" dirty="0"/>
              <a:t>• Helps in identifying key insights and patterns</a:t>
            </a:r>
          </a:p>
          <a:p>
            <a:pPr marL="0" indent="0">
              <a:buNone/>
            </a:pPr>
            <a:r>
              <a:rPr lang="en-US" dirty="0"/>
              <a:t>• Enables better business decision making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0349A-CE6A-4689-E34F-A55C6A142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761" y="2524842"/>
            <a:ext cx="6764594" cy="3984113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</p:spTree>
    <p:extLst>
      <p:ext uri="{BB962C8B-B14F-4D97-AF65-F5344CB8AC3E}">
        <p14:creationId xmlns:p14="http://schemas.microsoft.com/office/powerpoint/2010/main" val="271190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584D-C412-661A-0C8A-2E222D5E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1FA3-B3A6-B536-AED2-A96E636D5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2603500"/>
            <a:ext cx="6951407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Technology category has the highest sales</a:t>
            </a:r>
          </a:p>
          <a:p>
            <a:pPr marL="0" indent="0">
              <a:buNone/>
            </a:pPr>
            <a:r>
              <a:rPr lang="en-US" dirty="0"/>
              <a:t>• West region generates the most revenue</a:t>
            </a:r>
          </a:p>
          <a:p>
            <a:pPr marL="0" indent="0">
              <a:buNone/>
            </a:pPr>
            <a:r>
              <a:rPr lang="en-US" dirty="0"/>
              <a:t>• Sales show an increasing trend over the years</a:t>
            </a:r>
          </a:p>
          <a:p>
            <a:pPr marL="0" indent="0">
              <a:buNone/>
            </a:pPr>
            <a:r>
              <a:rPr lang="en-US" dirty="0"/>
              <a:t>• Furniture and Office Supplies have moderate performance</a:t>
            </a:r>
          </a:p>
          <a:p>
            <a:pPr marL="0" indent="0">
              <a:buNone/>
            </a:pPr>
            <a:r>
              <a:rPr lang="en-US" dirty="0"/>
              <a:t>• Overall business performance is improving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B2E953-FEAA-F233-105E-DAA0C295F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193" y="2349910"/>
            <a:ext cx="4316362" cy="331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604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703A-814F-502A-6651-3A3FA000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Hypothesis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14758-BCEC-6B55-0817-1E98A91B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Sales have increased over time</a:t>
            </a:r>
          </a:p>
          <a:p>
            <a:pPr marL="0" indent="0">
              <a:buNone/>
            </a:pPr>
            <a:r>
              <a:rPr lang="en-US" dirty="0"/>
              <a:t>• Higher sales indicate business growth</a:t>
            </a:r>
          </a:p>
          <a:p>
            <a:pPr marL="0" indent="0">
              <a:buNone/>
            </a:pPr>
            <a:r>
              <a:rPr lang="en-US" dirty="0"/>
              <a:t>• Technology category contributes maximum revenue</a:t>
            </a:r>
          </a:p>
          <a:p>
            <a:pPr marL="0" indent="0">
              <a:buNone/>
            </a:pPr>
            <a:r>
              <a:rPr lang="en-US" dirty="0"/>
              <a:t>• West region shows strong performance</a:t>
            </a:r>
          </a:p>
          <a:p>
            <a:pPr marL="0" indent="0">
              <a:buNone/>
            </a:pPr>
            <a:r>
              <a:rPr lang="en-US" dirty="0"/>
              <a:t>• Overall data supports positive business 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55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EAF5-73DB-4045-99CD-0622C4EF0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The analysis shows that sales performance is improving over time</a:t>
            </a:r>
          </a:p>
          <a:p>
            <a:pPr marL="0" indent="0">
              <a:buNone/>
            </a:pPr>
            <a:r>
              <a:rPr lang="en-US" dirty="0"/>
              <a:t>• Technology category generates the highest revenue</a:t>
            </a:r>
          </a:p>
          <a:p>
            <a:pPr marL="0" indent="0">
              <a:buNone/>
            </a:pPr>
            <a:r>
              <a:rPr lang="en-US" dirty="0"/>
              <a:t>• West region contributes the most to overall sales</a:t>
            </a:r>
          </a:p>
          <a:p>
            <a:pPr marL="0" indent="0">
              <a:buNone/>
            </a:pPr>
            <a:r>
              <a:rPr lang="en-US" dirty="0"/>
              <a:t>• Sales trends indicate steady business growth</a:t>
            </a:r>
          </a:p>
          <a:p>
            <a:pPr marL="0" indent="0">
              <a:buNone/>
            </a:pPr>
            <a:r>
              <a:rPr lang="en-US" dirty="0"/>
              <a:t>• The dashboard helps in making effective data-driven decisions</a:t>
            </a:r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8F9F689-05B3-1DFB-E19D-1EFA76B82AFB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3327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2D94-3EA1-0269-6AE5-0AE17CBC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7F92-D4BC-D0AA-586A-465CE5ABE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DA954-9E02-E7B0-22C7-A3B5E2AF3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               Thank You</a:t>
            </a:r>
          </a:p>
          <a:p>
            <a:pPr marL="0" indent="0">
              <a:buNone/>
            </a:pPr>
            <a:r>
              <a:rPr lang="en-US" sz="4800" dirty="0"/>
              <a:t>For Your Time &amp; Attention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168495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{1A52C8BD-40B2-4C83-AAD3-730D0B97F58A}TF229edf6a-8a49-49ee-a0a6-5037052947485fb3ca0c-bc27bf41d645</Template>
  <TotalTime>232</TotalTime>
  <Words>238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Data Analysis Dashboard</vt:lpstr>
      <vt:lpstr>Dataset Overview</vt:lpstr>
      <vt:lpstr>Dashboard Overview</vt:lpstr>
      <vt:lpstr>Key Insights &amp; Findings</vt:lpstr>
      <vt:lpstr> Hypothesis</vt:lpstr>
      <vt:lpstr>Conclusion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Sumedha</dc:creator>
  <cp:lastModifiedBy>Shiva Sumedha</cp:lastModifiedBy>
  <cp:revision>1</cp:revision>
  <dcterms:created xsi:type="dcterms:W3CDTF">2026-03-26T12:42:52Z</dcterms:created>
  <dcterms:modified xsi:type="dcterms:W3CDTF">2026-03-26T16:35:36Z</dcterms:modified>
</cp:coreProperties>
</file>